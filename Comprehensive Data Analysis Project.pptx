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32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4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50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8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5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9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8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7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1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66489-5301-0FA6-68E5-53DDB14E8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30490"/>
            <a:ext cx="12191979" cy="685799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F10D0-E399-3B45-BEDA-7F5B1E35E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IN" dirty="0"/>
              <a:t>Comprehensive Data Analysis Project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268D6-09CE-047D-AAD3-5DCD0F395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4636169"/>
            <a:ext cx="4941173" cy="1429806"/>
          </a:xfrm>
          <a:noFill/>
        </p:spPr>
        <p:txBody>
          <a:bodyPr anchor="t">
            <a:normAutofit/>
          </a:bodyPr>
          <a:lstStyle/>
          <a:p>
            <a:pPr algn="r"/>
            <a:r>
              <a:rPr lang="en-US" dirty="0"/>
              <a:t>Insights from Sales, Real Estate, and Customer Churn Datasets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9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183D-5851-E31C-7050-A0264433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28D329B-B705-1F69-7DBA-6D2F713C6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419717"/>
            <a:ext cx="10890928" cy="2018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Analysis: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top products and regional revenue drivers.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Price Study: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how location and area impact property valuation.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 Prediction: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why customers leave and how to retain them.</a:t>
            </a:r>
          </a:p>
        </p:txBody>
      </p:sp>
    </p:spTree>
    <p:extLst>
      <p:ext uri="{BB962C8B-B14F-4D97-AF65-F5344CB8AC3E}">
        <p14:creationId xmlns:p14="http://schemas.microsoft.com/office/powerpoint/2010/main" val="1157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7FD4-49BA-D34B-3161-3812158F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621324"/>
            <a:ext cx="10890929" cy="1097280"/>
          </a:xfrm>
        </p:spPr>
        <p:txBody>
          <a:bodyPr/>
          <a:lstStyle/>
          <a:p>
            <a:r>
              <a:rPr lang="en-IN" dirty="0"/>
              <a:t>Sales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58DD4-3C12-5E9D-7D42-98187ADEA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718604"/>
            <a:ext cx="10890928" cy="3566160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Top Product: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Laptops (Highest quantity sold).</a:t>
            </a:r>
          </a:p>
          <a:p>
            <a:pPr algn="just">
              <a:lnSpc>
                <a:spcPct val="200000"/>
              </a:lnSpc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Top Region: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North Region leads with $3.98M in total sales.</a:t>
            </a:r>
          </a:p>
          <a:p>
            <a:pPr algn="just">
              <a:lnSpc>
                <a:spcPct val="200000"/>
              </a:lnSpc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High-value items (like Headphones at $49k+) significantly impact revenue spikes.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DAC3F-E39C-210C-60ED-66EF624C2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503" y="4013427"/>
            <a:ext cx="5520991" cy="254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0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57483-B770-A363-302C-FCAD9B97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21883"/>
            <a:ext cx="10890929" cy="1097280"/>
          </a:xfrm>
        </p:spPr>
        <p:txBody>
          <a:bodyPr/>
          <a:lstStyle/>
          <a:p>
            <a:r>
              <a:rPr lang="en-IN" dirty="0"/>
              <a:t>Real Estate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2ABACC-9E8B-E34B-005D-01CA93E4B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1742609"/>
            <a:ext cx="11215035" cy="3372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Center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properties are the most expensive (~$33M avg).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positive relationship between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Type: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Apartments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currently yielding higher average prices than Villas in this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74282-61C0-27CE-F3DF-520F01A57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58" y="3790683"/>
            <a:ext cx="6052637" cy="295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5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0290-4CF2-3469-A327-AD4DBA9C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27540"/>
            <a:ext cx="10890929" cy="1097280"/>
          </a:xfrm>
        </p:spPr>
        <p:txBody>
          <a:bodyPr/>
          <a:lstStyle/>
          <a:p>
            <a:r>
              <a:rPr lang="en-IN" dirty="0"/>
              <a:t>Customer Churn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8CF455-FC30-257F-B12C-0C5A51F92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1574779"/>
            <a:ext cx="11022531" cy="3372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Findings: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 rate is ~10.6%.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"6-Month" Rule: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churned customers leave within their first 6 months.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 Risk: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Month-to-month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contracts have the highest churn probability.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Factor: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Churned customers paid ~$18 more per month on average.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93C75-399C-B5C4-83A3-C912A24E1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47" y="4389054"/>
            <a:ext cx="5540042" cy="246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0CAE-56C0-3BE1-99BF-19B170F8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0986"/>
            <a:ext cx="10890929" cy="1097280"/>
          </a:xfrm>
        </p:spPr>
        <p:txBody>
          <a:bodyPr/>
          <a:lstStyle/>
          <a:p>
            <a:r>
              <a:rPr lang="en-IN" dirty="0"/>
              <a:t>Recommendations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F548A1-1A19-BA75-3ED1-E1690A299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081163"/>
            <a:ext cx="11176782" cy="2695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 up marketing in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region to balance revenue.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development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Centers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maximum ROI.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Introduce "Loyalty Discounts" for customers reaching the 5-month mark to prevent early exit.</a:t>
            </a:r>
          </a:p>
        </p:txBody>
      </p:sp>
    </p:spTree>
    <p:extLst>
      <p:ext uri="{BB962C8B-B14F-4D97-AF65-F5344CB8AC3E}">
        <p14:creationId xmlns:p14="http://schemas.microsoft.com/office/powerpoint/2010/main" val="22727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EB2E0F-1DA5-D9DB-AEFF-7574AFE42D27}"/>
              </a:ext>
            </a:extLst>
          </p:cNvPr>
          <p:cNvSpPr txBox="1"/>
          <p:nvPr/>
        </p:nvSpPr>
        <p:spPr>
          <a:xfrm>
            <a:off x="4501662" y="2998113"/>
            <a:ext cx="567396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4769862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237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Comprehensive Data Analysis Project</vt:lpstr>
      <vt:lpstr>Project Objectives</vt:lpstr>
      <vt:lpstr>Sales Performance</vt:lpstr>
      <vt:lpstr>Real Estate Trends</vt:lpstr>
      <vt:lpstr>Customer Churn Analysis</vt:lpstr>
      <vt:lpstr>Recommendations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BHAVENDU PANDEY</dc:creator>
  <cp:lastModifiedBy>BHAVENDU PANDEY</cp:lastModifiedBy>
  <cp:revision>1</cp:revision>
  <dcterms:created xsi:type="dcterms:W3CDTF">2026-03-05T19:23:48Z</dcterms:created>
  <dcterms:modified xsi:type="dcterms:W3CDTF">2026-03-05T19:47:49Z</dcterms:modified>
</cp:coreProperties>
</file>